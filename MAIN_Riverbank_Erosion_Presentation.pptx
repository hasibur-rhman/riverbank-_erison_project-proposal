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M8AWTGGWFA6y52onz+6zN/atb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5083b2b83105827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5083b2b8310582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000500" y="-3268662"/>
            <a:ext cx="1143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85975" y="233275"/>
            <a:ext cx="81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Title Overlay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358">
              <a:alpha val="78000"/>
            </a:srgbClr>
          </a:solidFill>
          <a:ln>
            <a:noFill/>
          </a:ln>
        </p:spPr>
        <p:txBody>
          <a:bodyPr/>
          <a:lstStyle/>
          <a:p>
            <a:endParaRPr lang="en"/>
          </a:p>
        </p:txBody>
      </p:sp>
      <p:sp>
        <p:nvSpPr>
          <p:cNvPr id="101" name="Title"/>
          <p:cNvSpPr txBox="1"/>
          <p:nvPr/>
        </p:nvSpPr>
        <p:spPr>
          <a:xfrm>
            <a:off x="536000" y="1250000"/>
            <a:ext cx="8100000" cy="1100000"/>
          </a:xfrm>
          <a:prstGeom prst="rect">
            <a:avLst/>
          </a:prstGeom>
          <a:noFill/>
          <a:ln>
            <a:noFill/>
          </a:ln>
        </p:spPr>
        <p:txBody>
          <a:bodyPr anchor="b" lIns="91425" tIns="91425" rIns="91425" bIns="91425" wrap="square">
            <a:noAutofit/>
          </a:bodyPr>
          <a:lstStyle/>
          <a:p>
            <a:pPr marL="0" indent="0" algn="l">
              <a:buNone/>
            </a:pPr>
            <a:r>
              <a:rPr lang="en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Riverbank Erosion Risk Prediction and Early Warning System for Bangladesh</a:t>
            </a:r>
          </a:p>
        </p:txBody>
      </p:sp>
      <p:cxnSp>
        <p:nvCxnSpPr>
          <p:cNvPr id="102" name="Accent Line"/>
          <p:cNvCxnSpPr/>
          <p:nvPr/>
        </p:nvCxnSpPr>
        <p:spPr>
          <a:xfrm>
            <a:off x="628000" y="2725000"/>
            <a:ext cx="1100000" cy="0"/>
          </a:xfrm>
          <a:prstGeom prst="line">
            <a:avLst/>
          </a:prstGeom>
          <a:ln w="28575">
            <a:solidFill>
              <a:srgbClr val="8FBCBB"/>
            </a:solidFill>
          </a:ln>
        </p:spPr>
      </p:cxnSp>
      <p:sp>
        <p:nvSpPr>
          <p:cNvPr id="103" name="Course Info"/>
          <p:cNvSpPr txBox="1"/>
          <p:nvPr/>
        </p:nvSpPr>
        <p:spPr>
          <a:xfrm>
            <a:off x="536000" y="2880000"/>
            <a:ext cx="8100000" cy="380000"/>
          </a:xfrm>
          <a:prstGeom prst="rect">
            <a:avLst/>
          </a:prstGeom>
          <a:noFill/>
          <a:ln>
            <a:noFill/>
          </a:ln>
        </p:spPr>
        <p:txBody>
          <a:bodyPr anchor="t" lIns="91425" tIns="91425" rIns="91425" bIns="91425" wrap="square">
            <a:noAutofit/>
          </a:bodyPr>
          <a:lstStyle/>
          <a:p>
            <a:pPr marL="0" indent="0" algn="l">
              <a:buNone/>
            </a:pPr>
            <a:r>
              <a:rPr lang="en" sz="14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code : SE-331  |  Section : 41 E1</a:t>
            </a:r>
          </a:p>
        </p:txBody>
      </p:sp>
      <p:sp>
        <p:nvSpPr>
          <p:cNvPr id="104" name="Team Members"/>
          <p:cNvSpPr txBox="1"/>
          <p:nvPr/>
        </p:nvSpPr>
        <p:spPr>
          <a:xfrm>
            <a:off x="536000" y="3380000"/>
            <a:ext cx="8100000" cy="1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91425" rIns="91425" bIns="91425" wrap="square">
            <a:noAutofit/>
          </a:bodyPr>
          <a:lstStyle/>
          <a:p>
            <a:pPr marL="457200" indent="-285750" algn="l">
              <a:spcBef>
                <a:spcPts val="0"/>
              </a:spcBef>
              <a:buClr>
                <a:srgbClr val="FFFFFF"/>
              </a:buClr>
              <a:buSzPts val="1400"/>
              <a:buChar char="●"/>
            </a:pPr>
            <a:r>
              <a:rPr lang="en" sz="14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Hasib ur Rahman (232-35-590)</a:t>
            </a:r>
          </a:p>
          <a:p>
            <a:pPr marL="457200" indent="-285750" algn="l">
              <a:spcBef>
                <a:spcPts val="0"/>
              </a:spcBef>
              <a:buClr>
                <a:srgbClr val="FFFFFF"/>
              </a:buClr>
              <a:buSzPts val="1400"/>
              <a:buChar char="●"/>
            </a:pPr>
            <a:r>
              <a:rPr lang="en" sz="14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Dhroubo Jyoti Mondal (232-35-182)</a:t>
            </a:r>
          </a:p>
          <a:p>
            <a:pPr marL="457200" indent="-285750" algn="l">
              <a:spcBef>
                <a:spcPts val="0"/>
              </a:spcBef>
              <a:buClr>
                <a:srgbClr val="FFFFFF"/>
              </a:buClr>
              <a:buSzPts val="1400"/>
              <a:buChar char="●"/>
            </a:pPr>
            <a:r>
              <a:rPr lang="en" sz="14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Masoud Ibna Mostofa (232-35-551)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h5083b2b83105827c_0_1" title="chatgpt image ri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66" name="Google Shape;1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73" name="Google Shape;1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80" name="Google Shape;1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2026-10-07T03:05:49Z</dcterms:created>
</cp:coreProperties>
</file>